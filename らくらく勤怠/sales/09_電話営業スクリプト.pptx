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電話営業スクリプト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受付突破からアポ取得まで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通話の目的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1回の電話で目指すゴール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201168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49A40"/>
                </a:solidFill>
              </a:rPr>
              <a:t>ゴール：15分のオンラインデモ アポイント獲得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（電話で売り切ろうとしない。デモまで持っていけば十分）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40480"/>
            <a:ext cx="5486400" cy="25603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❌ 電話でしてはいけないこと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・電話で契約まで決めようとする
・営業/セールスと名乗る
・強引なクロージング
・断られても食い下がる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840480"/>
            <a:ext cx="5486400" cy="256032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9A40"/>
                </a:solidFill>
              </a:rPr>
              <a:t>✅ 電話で必ずすること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434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・「ご案内/ご紹介」と表現
・30秒だけと時間明示
・LINEで・・を強調
・断られても次の連絡許可取り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受付突破トーク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30秒で担当者へ取り次いでもらう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846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受付の方への第一声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「お忙しいところ恐れ入ります。ラクラク勤怠の小原と申します。
派遣スタッフ向けの勤怠管理サービスの件で、人事ご担当の方を
お願いできますでしょうか？」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「どのようなご用件で？」と聞かれたら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「派遣スタッフのLINEで打刻できる新しいサービスのご案内です。
30秒で概要をお伝えしたいので、ご担当者様をお願いできますでしょうか？」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・「営業」と言わない → 「ご案内」「ご紹介」
・「30秒だけ」と時間を明示 → 心理的負担を下げる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担当者への第一声（15秒）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40秒で要点を伝えてアポ提案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846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オープニング・トーク（暗記推奨）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「お忙しいところ恐れ入ります、ラクラク勤怠の小原と申します。
30秒だけお時間頂戴できますでしょうか？
派遣スタッフがLINEを開いてボタンを1回押すだけで打刻できる
SaaSのご案内をしておりまして、
紙タイムカードの集計負担や、スタッフの突然離職に
お困りの派遣会社様に多くご導入いただいております。
価格は150〜200円/人/月で、初期費用ゼロ、
30日間全機能無料でお試しいただけます。
15分のオンラインデモのお時間を頂戴することは可能でしょうか？」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断り文句への切り返し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よく出る5パターン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断り文句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切り返しトーク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忙しい/興味ない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現状ヒアリングに転換 → 提案へ繋ぐ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5176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43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資料送って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743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送る → 必ず次回連絡の約束を取る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383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LINEは不安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3383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セキュリティ実績を提示 → 別資料案内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23359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他社と契約してる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4023359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現サービス比較資料を送付提案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7200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決裁者に確認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決裁者向け資料を送付 → 同席提案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KPI と コール戦略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数字で押さえる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目標値/日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架電数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効率重視で時間内に多く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60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担当者接続率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30% (9件)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受付突破できた数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アポ取得率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15% (4-5件)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担当者と話せた中で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2044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デモ参加率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60% (3件)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アポ取得した中で参加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成約率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30% (1件)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デモ参加した中で成約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029200"/>
            <a:ext cx="11521440" cy="13716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49A40"/>
                </a:solidFill>
              </a:rPr>
              <a:t>→ 30件架電で1社獲得が現実的な目安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ベストタイム：火・水・木の10:00-11:00 / 14:00-15:00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今日10件架電してみる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完璧を求めず、まず数をこなす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