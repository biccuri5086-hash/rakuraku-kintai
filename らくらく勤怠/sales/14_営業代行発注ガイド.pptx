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200400" cy="38404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営業代行発注ガイド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成果報酬で月3-10件のデモアポ取得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   小原 健太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営業代行の選び方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重要な3軸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推奨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避けるべき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11521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1031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料金体系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1031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成果報酬型（1アポ¥5k〜15k）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031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着手金・月額固定型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97480"/>
            <a:ext cx="11521440" cy="685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88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専門領域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788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SaaS・B2B経験あり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788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訪問販売中心の代行会社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83280"/>
            <a:ext cx="11521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4747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規模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34747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個人〜小規模代行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4747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大手（最低契約金額が高い）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おすすめサービス3選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推奨度順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372770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3727704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1.カクトク ⭐⭐⭐⭐⭐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33619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フリーランス営業マッチング
1アポ¥5,000〜の成果報酬
着手金なし
kakutoku.jp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0624" y="1554480"/>
            <a:ext cx="372770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0624" y="1554480"/>
            <a:ext cx="3727704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3504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2.ウィルオブ・ワーク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3504" y="2331720"/>
            <a:ext cx="33619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SaaS向けインサイドセールス
月額固定¥20-30万
体制整ってきたら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1208" y="1554480"/>
            <a:ext cx="3727704" cy="4114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1208" y="1554480"/>
            <a:ext cx="3727704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4088" y="1737360"/>
            <a:ext cx="336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3.クラウドワークス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088" y="2331720"/>
            <a:ext cx="33619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個人副業の営業マン
1アポ¥3,000〜から
質はピンキリで選定重要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カクトクへの発注内容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コピペで使える定型文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1521440" cy="5029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案件タイトル：派遣会社向けSaaSのテレアポ営業（成果報酬・月3アポから）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11247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【サービス】ラクラク勤怠 - 派遣会社向けLINE完結勤怠SaaS
【ターゲット】中小派遣会社(社員5-30名、登録スタッフ50-300名)
             製造・物流・食品・軽作業を扱う会社
             決裁者：社長 or 営業部長
【依頼内容】
リスト100社からデモアポイントを取得
目標：月3〜10件のアポ取得
【支払い】完全成果報酬：1アポイント¥10,000
       （取得アポが商談実施まで進んだ場合のみ支払い）
【リスト】こちらで用意（クラウドワークスで作成済み）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ROIシミュレーション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投資対効果は十分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5682996" cy="4572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5682996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3172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ケース1：月¥30k投資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53172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・月アポ取得：3件
・成約率30% = 1社
・月売上：¥20,000
・1社のLTV：¥240,000
→ 1ヶ月でROI +¥210,000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1554480"/>
            <a:ext cx="5682996" cy="4572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5916" y="1554480"/>
            <a:ext cx="5682996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8796" y="1737360"/>
            <a:ext cx="53172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ケース2：月¥100k投資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6" y="2331720"/>
            <a:ext cx="53172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・月アポ取得：10件
・成約率30% = 3社
・月売上：¥60,000
・3社のLTV：¥720,000
→ 半年でROI +¥260,000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落とし穴 7つ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知っておくべき注意点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6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落とし穴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対策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着手金型の代行は避ける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成果報酬型一択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14600"/>
            <a:ext cx="1152144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安すぎる単価は質が下がる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1アポ¥10,000前後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1752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リストは自分で用意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代行任せると質が落ちる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20440"/>
            <a:ext cx="1152144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スクリプトを丸投げしない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自分の想いを込める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02336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59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月1回モニタリング架電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現場感を失わない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526280"/>
            <a:ext cx="1152144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617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59" y="4617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アポの「質」をフィードバック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4617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質を上げてもらう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0292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5120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59" y="5120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契約解除条件を明記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5120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3ヶ月で見切る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今月中にカクトクに案件登録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1週間で営業代行体制が立ち上がる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