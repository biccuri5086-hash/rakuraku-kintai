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Google広告セットアップ手順書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1〜2時間で月3万円の自動集客開始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必要なもの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用意するのは3つだけ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727704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Googleアカウント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普段使いのGmailで
そのまま登録可能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0624" y="155448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0624" y="1554480"/>
            <a:ext cx="3727704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3504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クレジットカード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504" y="233172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広告費の引落用
VISA/Master/JCB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8" y="155448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1208" y="1554480"/>
            <a:ext cx="372770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4088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予算 30,000円〜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233172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1ヶ月分
月単位で停止可能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STEP 1〜2：アカウント作成 + キャンペーン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60分の作業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5637276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5637276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00200"/>
            <a:ext cx="5637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5637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アカウント作成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527151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ads.google.com
→「開始する」
→目標：ウェブサイト訪問
→ラクラク勤怠を登録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5603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554480"/>
            <a:ext cx="5637276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54480"/>
            <a:ext cx="5637276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36" y="1600200"/>
            <a:ext cx="5637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1965960"/>
            <a:ext cx="5637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キャンペーン作成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6" y="2514600"/>
            <a:ext cx="527151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・タイプ：検索広告
・入札：クリック最大化
・1日予算 ¥1,000
・地域 日本全国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STEP 3：キーワード15個（コピペで使う）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派遣業界をピンポイントで狙う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486400" cy="4937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派遣業界キーワード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派遣 勤怠管理
派遣会社 勤怠
派遣社員 打刻
派遣 タイムカード
派遣 LINE 打刻
派遣 勤怠アプリ
派遣 離職防止
派遣 出勤管理
派遣 シフト管理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486400" cy="4937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一般キーワード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勤怠管理 SaaS
勤怠管理 LINE
勤怠管理 アプリ不要
タイムカード 電子化
紙タイムカード 廃止
電子帳簿保存法 勤怠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STEP 4：広告文（半角30文字）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そのままコピペでOK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見出し（3つ以上）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・派遣スタッフ向け勤怠管理SaaS
・LINEで1タップ打刻 アプリ不要
・月150円〜 30日間無料トライアル
・コンディション報告で離職防止
・中小派遣会社特化 当日導入可能
・初期費用0円 GPS打刻にも対応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説明文（半角90文字、2つ以上）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519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LINEを開いてボタン1つ、アプリDL不要。紙タイムカード廃止と離職予兆の早期発見を同時に実現。
紙タイムカードでお困りの中小派遣会社向け。スタッフの体調を5段階で把握、業界唯一のSaaS。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623560"/>
            <a:ext cx="1152144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最終ページURL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https://rakuraku-kintai.vercel.app/lp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STEP 5：効果チェック（1週間後）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数値で改善判断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目標値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対処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表示回数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1,000以上/週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少ない → キーワード追加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クリック率(CTR)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3%以上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低い → 広告文を見直し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9184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クリック単価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¥100以下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高い → 入札戦略を変更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0233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コンバージョン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40233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1件以上/週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0233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少ない → LP改善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12080"/>
            <a:ext cx="11521440" cy="11887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03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⚠ 最初の1週間は触らない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設定直後はAIの学習期間。最低7日間は数値を見ず放置。焦って調整するとAIの学習がリセットされて非効率に。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今日2時間で月3万円の自動集客を構築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明日から問い合わせメールが届き始めます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