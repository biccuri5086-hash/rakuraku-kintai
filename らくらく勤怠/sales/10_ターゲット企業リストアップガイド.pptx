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914400"/>
            <a:ext cx="3200400" cy="38404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ターゲット企業リストアップガイド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6C755"/>
                </a:solidFill>
              </a:rPr>
              <a:t>派遣会社100社を無料でリスト化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4114800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ラクラク勤怠   小原 健太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biccuri5086@gmail.com   /   080-9895-7770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理想のターゲット像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1社あたりLTV ¥48万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276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199" y="16276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詳細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10312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業種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199" y="210312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製造・物流・食品加工・軽作業系の派遣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51760"/>
            <a:ext cx="11521440" cy="640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7432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規模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199" y="27432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社員5〜30名、登録スタッフ50〜300名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9184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338328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エリア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199" y="338328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愛知・岐阜・三重(製造)／関東・関西(物流)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31920"/>
            <a:ext cx="11521440" cy="640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023359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決裁者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4023359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社長または営業部長（即決傾向あり）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57200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466344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IT成熟度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199" y="466344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低〜中（紙タイムカード or Excel管理）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リストアップ方法 5選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全て無料・公開情報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評価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情報源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特徴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1168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⭐⭐⭐⭐⭐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厚労省 人材サービス総合サイト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派遣業許可事業者の全公開DB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51760"/>
            <a:ext cx="11521440" cy="640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⭐⭐⭐⭐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Google検索 + マップ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「○○市 派遣会社」で発見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29184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383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⭐⭐⭐⭐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3383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LinkedIn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383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決裁者に直接アプローチ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31920"/>
            <a:ext cx="11521440" cy="6400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402335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⭐⭐⭐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59" y="402335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商工会議所 会員名簿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02335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地域密着・中小中心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572000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⭐⭐⭐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59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派遣業界団体 (JASSA等)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業界誌・セミナー活用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厚労省サイトの活用法（最速）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全国13,000社の派遣業者リストが見られる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152144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https://jinzai-sougou.mhlw.go.jp/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68880"/>
            <a:ext cx="2681478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468880"/>
            <a:ext cx="2681478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51460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88036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サイトを開く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29000"/>
            <a:ext cx="231571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「事業所を検索」をクリック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9806" y="39319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5838" y="2468880"/>
            <a:ext cx="2681478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75838" y="2468880"/>
            <a:ext cx="2681478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5838" y="251460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5838" y="288036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都道府県を選択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8718" y="3429000"/>
            <a:ext cx="231571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例: 愛知県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5604" y="39319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468880"/>
            <a:ext cx="2681478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468880"/>
            <a:ext cx="2681478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1636" y="251460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1636" y="288036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条件を絞る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4516" y="3429000"/>
            <a:ext cx="231571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派遣事業のみチェック
業種で絞り込み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1401" y="39319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7434" y="2468880"/>
            <a:ext cx="2681478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7434" y="2468880"/>
            <a:ext cx="2681478" cy="7772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7434" y="251460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7434" y="2880360"/>
            <a:ext cx="26814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情報を抽出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0313" y="3429000"/>
            <a:ext cx="231571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会社名・住所・電話
Excelに転記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486400"/>
            <a:ext cx="11521440" cy="914400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6235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49A40"/>
                </a:solidFill>
              </a:rPr>
              <a:t>1時間で50〜100社のリスト構築可能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リスト管理スプレッドシート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推奨カラム構成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5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カラム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用途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1168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会社名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メイン情報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○○派遣株式会社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14600"/>
            <a:ext cx="1152144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所在地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地域分析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愛知県名古屋市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1752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108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電話/メール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3108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アプローチ手段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108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052-xxx-xxxx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20440"/>
            <a:ext cx="1152144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611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推定スタッフ数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59" y="3611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プラン提示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611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50-100名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02336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初回コンタクト日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59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進捗管理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2026/06/01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526280"/>
            <a:ext cx="1152144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4617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状態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59" y="4617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ステージ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4617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アポ取得 / トライアル中 / 成約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0292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5120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次回アクション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59" y="5120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失念防止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5120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6/10 デモ実施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6C755"/>
                </a:solidFill>
              </a:rP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まず厚労省サイトで100社リスト化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もしくはクラウドワークスに5,000円で外注（次資料参照）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760720"/>
            <a:ext cx="10332720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ラクラク勤怠   小原 健太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FBE5"/>
                </a:solidFill>
              </a:rPr>
              <a:t>biccuri5086@gmail.com   /   080-9895-7770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