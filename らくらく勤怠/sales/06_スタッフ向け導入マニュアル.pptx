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914400"/>
            <a:ext cx="3200400" cy="38404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STAFF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スタッフ向け 導入マニュアル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6C755"/>
                </a:solidFill>
              </a:rPr>
              <a:t>LINEで簡単 1タップ打刻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34840"/>
            <a:ext cx="4114800" cy="5486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ラクラク勤怠   小原 健太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biccuri5086@gmail.com   /   080-9895-7770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ご用意いただくもの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とってもシンプル！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11521440" cy="4572000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49A40"/>
                </a:solidFill>
              </a:rPr>
              <a:t>📱 スマートフォン1台だけ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LINEアプリがインストールされていればOK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3657600"/>
            <a:ext cx="57607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3794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 専用アプリのダウンロード 不要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 パソコン 不要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617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 特別な設定 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✓ 担当者からURLを受け取るだけ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STEP 1〜3：はじめての登録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初回のみ・5分で完了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3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3666744" cy="320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554480"/>
            <a:ext cx="3666744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600200"/>
            <a:ext cx="3666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965960"/>
            <a:ext cx="3666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URLを開く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33009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担当者から送られた
LINEのURLをタップ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5072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1104" y="1554480"/>
            <a:ext cx="3666744" cy="320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1104" y="1554480"/>
            <a:ext cx="3666744" cy="7772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1104" y="1600200"/>
            <a:ext cx="3666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1965960"/>
            <a:ext cx="3666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電話番号を登録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2514600"/>
            <a:ext cx="33009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携帯電話番号を入力
お名前も入力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6136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02168" y="1554480"/>
            <a:ext cx="3666744" cy="3200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02168" y="1554480"/>
            <a:ext cx="3666744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2168" y="1600200"/>
            <a:ext cx="3666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1965960"/>
            <a:ext cx="3666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出勤画面が表示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2514600"/>
            <a:ext cx="33009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登録完了！
すぐに使えます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029200"/>
            <a:ext cx="11521440" cy="1371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120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💡 ワンポイント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電話番号は本人確認のために1回だけ入力します。次回からは画面が出ません。
お名前は給与計算・契約書類で使われる正式な氏名を入力してください。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STEP 4：毎日の出勤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ボタン1回で完了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4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5486400" cy="4572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200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出勤する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3832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← この大きなボタンをタップするだけ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9319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・打刻時刻が自動で記録されます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2976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・位置情報も自動で記録（任意）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4663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・担当者に出勤が通知されます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STEP 5：コンディション報告（5秒）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今日の調子を絵文字で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5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出勤後に「今日の調子」を絵文字で選んでください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2194560" cy="2743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103120"/>
            <a:ext cx="2194560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86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1A2E"/>
                </a:solidFill>
              </a:rPr>
              <a:t>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14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絶好調！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2103120"/>
            <a:ext cx="2194560" cy="2743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51760" y="2103120"/>
            <a:ext cx="2194560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2286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1A2E"/>
                </a:solidFill>
              </a:rPr>
              <a:t>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114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良い感じ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2103120"/>
            <a:ext cx="2194560" cy="2743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2103120"/>
            <a:ext cx="21945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2286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1A2E"/>
                </a:solidFill>
              </a:rPr>
              <a:t>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114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普通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2103120"/>
            <a:ext cx="2194560" cy="2743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3760" y="2103120"/>
            <a:ext cx="219456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2286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1A2E"/>
                </a:solidFill>
              </a:rPr>
              <a:t>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114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少し疲れ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2103120"/>
            <a:ext cx="2194560" cy="27432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9760" y="2103120"/>
            <a:ext cx="219456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22860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1A2E"/>
                </a:solidFill>
              </a:rPr>
              <a:t>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4114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しんどい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120640"/>
            <a:ext cx="11521440" cy="13716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212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4ED8"/>
                </a:solidFill>
              </a:rPr>
              <a:t>コメントは任意です。書きたくなければ空欄でOK。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「しんどい」を選ぶと担当者がすぐに気づいてくれます。無理しないでくださいね。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6C755"/>
                </a:solidFill>
              </a:rPr>
              <a:t>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あとは退勤ボタンを押すだけ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毎日カンタン！スタッフのあなたを応援しています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760720"/>
            <a:ext cx="10332720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ラクラク勤怠   小原 健太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FBE5"/>
                </a:solidFill>
              </a:rPr>
              <a:t>biccuri5086@gmail.com   /   080-9895-7770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