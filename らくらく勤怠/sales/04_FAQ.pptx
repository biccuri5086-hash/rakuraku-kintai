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よくあるご質問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ラクラク勤怠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Q1〜Q4：機能・使い方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Q1. スタッフはアプリのインストール必要？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不要です。LINEを開いてURLをタップするだけで利用開始できます。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Q2. 何人まで登録できますか？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人数制限はありません。エンタープライズプランで1,000名超でも対応可能です。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Q3. GPS打刻は必須ですか？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任意です。スタッフがGPS許可しなくても打刻は通常通り動作します。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Q4. オフラインでも打刻できますか？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インターネット接続が必要です。圏外時は接続後にまとめて記録されます。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Q5〜Q8：料金・契約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Q5. 最低契約期間はありますか？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ありません。月単位での解約が可能です。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Q6. 途中で人数が増えた場合の料金は？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翌月から自動的に人数分を反映して請求します。日割り計算なし。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Q7. 無料トライアル中の制限は？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全機能を制限なく30日間使えます。クレジットカード登録も不要。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Q8. 解約時のデータはどうなる？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解約後30日間はCSVで全データダウンロード可能。その後完全削除。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Q9〜Q12：セキュリティ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Q9. データは安全ですか？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AWS東京リージョンに暗号化保存。SSL通信。管理画面は2要素認証対応。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Q10. 個人情報の取扱いは？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個人情報保護方針に基づき、勤怠管理目的以外には使用しません。第三者提供なし。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Q11. 不正打刻の対策は？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GPS記録（任意）、LINE本人確認、打刻時刻のサーバー記録で改ざん不可。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Q12. 管理者の操作ログは見られますか？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はい。監査ログ機能ですべての管理者操作が記録されています。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Q13〜Q16：導入・サポート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Q13. 導入にどれくらいかかりますか？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当日中に運用開始可能。アカウント作成5分、スタッフへのURL配布即時。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Q14. 既存の勤怠データを移行できますか？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CSVインポートで対応可能。当社で移行作業のサポートも無料で実施。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Q15. サポート体制は？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メール・電話（平日10-18時）で対応。導入時は無料で個別サポートあり。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Q16. 給与計算ソフトと連携できますか？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A. CSV出力対応。マネーフォワード等への直接API連携は順次対応予定。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他のご質問もお気軽に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メール・電話でいつでもお答えいたします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