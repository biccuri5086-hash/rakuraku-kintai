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4712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586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914400"/>
            <a:ext cx="3200400" cy="384048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960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INTERNAL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8288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クラウドワークス発注テンプレ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6C755"/>
                </a:solidFill>
              </a:rPr>
              <a:t>派遣会社100社リストを ¥5,000 で外注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434840"/>
            <a:ext cx="4114800" cy="54864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ラクラク勤怠   小原 健太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biccuri5086@gmail.com   /   080-9895-7770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ゴールと発注先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1週間以内に100社リスト納品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11521440" cy="1188720"/>
          </a:xfrm>
          <a:prstGeom prst="rect">
            <a:avLst/>
          </a:prstGeom>
          <a:solidFill>
            <a:srgbClr val="DCF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49A40"/>
                </a:solidFill>
              </a:rPr>
              <a:t>「派遣会社100社リスト」を ¥5,000 程度で発注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926080"/>
            <a:ext cx="3727704" cy="3200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926080"/>
            <a:ext cx="3727704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108960"/>
            <a:ext cx="3361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クラウドワークス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03320"/>
            <a:ext cx="336194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crowdworks.jp
大手・ワーカー最多
推奨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30624" y="2926080"/>
            <a:ext cx="3727704" cy="3200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0624" y="2926080"/>
            <a:ext cx="3727704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3504" y="3108960"/>
            <a:ext cx="3361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ランサーズ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3504" y="3703320"/>
            <a:ext cx="336194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lancers.jp
大手・対抗馬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41208" y="2926080"/>
            <a:ext cx="3727704" cy="3200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41208" y="2926080"/>
            <a:ext cx="3727704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4088" y="3108960"/>
            <a:ext cx="3361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ココナラ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4088" y="3703320"/>
            <a:ext cx="336194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coconala.com
個人サービス向け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発注内容（コピペ用）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そのまま貼り付ければOK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3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11521440" cy="5029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タイトル：派遣会社100社のリストアップ作業（厚労省サイト・公開情報のみ）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11247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【依頼内容】
日本国内の人材派遣会社のリストをExcelファイルで作成いただきたいです。
【納品形式】
100行のExcelファイル。カラムは：番号 / 会社名 / 都道府県 / 市区町村 / 住所 /
電話番号 / HP URL / メールアドレス / 派遣業種 / 推定スタッフ数
【データソース】公開情報のみ
・厚生労働省 人材サービス総合サイト
・公式HP
・Google検索
【絞り込み条件】
・社員5-30名規模、登録スタッフ50-300名規模
・製造/物流/食品/軽作業系
・大手（パーソル等）は除外
【納期】1週間以内　　【予算】¥5,000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応募者選びのポイント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10件以上来た中から1名選定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4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1152144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62763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評価項目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199" y="162763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判断基準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11680"/>
            <a:ext cx="11521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10312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⭐ 過去の評価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199" y="210312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★4.5以上、20件以上の評価あり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651760"/>
            <a:ext cx="11521440" cy="6400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74320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⭐ 似た案件の実績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199" y="274320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「リスト作成」のプロフィール記載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291840"/>
            <a:ext cx="11521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338328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⭐ 自己紹介の質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199" y="338328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テンプレではなく案件に即した提案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931920"/>
            <a:ext cx="11521440" cy="6400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023359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⭐ サンプル提示意欲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199" y="4023359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「先にサンプル送ります」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572000"/>
            <a:ext cx="11521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466344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⭐ レスポンスの速さ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199" y="466344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24時間以内の応募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212080"/>
            <a:ext cx="11521440" cy="11887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303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⚠ 避けるべき応募者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715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・評価0または★3未満　・「いくらでもやります」価格訴求のみ　・日本語が不自然　・テンプレ大量送付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適正価格と納品後の活用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「お金で時間を買う」発想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5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548640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6276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件数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6276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標準予算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79" y="16276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備考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11680"/>
            <a:ext cx="5486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1031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50社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1031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¥3,000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79" y="21031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安価でも質の良いワーカーあり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14600"/>
            <a:ext cx="5486400" cy="5029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606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100社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606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¥5,000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79" y="2606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コスパが一番良い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017520"/>
            <a:ext cx="5486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31089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200社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1089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¥10,000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79" y="31089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慣れたワーカーに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520440"/>
            <a:ext cx="5486400" cy="5029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36118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500社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6118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¥20,000〜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79" y="36118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経験豊富なワーカー必須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554480"/>
            <a:ext cx="5760720" cy="4572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リスト納品後の活用法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103120"/>
            <a:ext cx="5577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Path 1: 自分でメール送付
  →「08_営業メールテンプレ」を使用
Path 2: 営業代行に渡してテレアポ
  →「14_営業代行発注ガイド」参照
Path 3: FAX一斉送信
  → ネクスウェイ等で1通¥10〜30
  → 派遣業界ではまだFAX有効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4712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586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06C755"/>
                </a:solidFill>
              </a:rPr>
              <a:t>NEXT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今週中にクラウドワークスで発注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¥5,000で1週間後にリスト100社が手に入る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760720"/>
            <a:ext cx="10332720" cy="7772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ラクラク勤怠   小原 健太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FBE5"/>
                </a:solidFill>
              </a:rPr>
              <a:t>biccuri5086@gmail.com   /   080-9895-7770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