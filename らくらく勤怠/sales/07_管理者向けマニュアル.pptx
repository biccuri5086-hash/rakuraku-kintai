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914400"/>
            <a:ext cx="3200400" cy="38404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960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ADMIN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管理者向けマニュアル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6C755"/>
                </a:solidFill>
              </a:rPr>
              <a:t>ラクラク勤怠 ダッシュボードの使い方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34840"/>
            <a:ext cx="4114800" cy="5486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ラクラク勤怠   小原 健太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biccuri5086@gmail.com   /   080-9895-7770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管理者ダッシュボードへのアクセス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PCでもスマホでもOK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11521440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https://rakuraku-kintai.vercel.app/admin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926080"/>
            <a:ext cx="11521440" cy="320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アクセス手順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1. 上記URLをブラウザで開く（Chrome / Safari / Edge いずれもOK）
2. パスワードを入力（別途ご連絡）
3. 2要素認証コード（6桁）を入力
4. ダッシュボードが表示される
※ パスワードは絶対に他人に教えないでください
※ 2FAコードは Google Authenticator 等のアプリで表示されます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サマリーカード（画面上部）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一目で全体状況がわかる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3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3727704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54480"/>
            <a:ext cx="3727704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336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👥 登録スタッフ数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33619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ラクラク勤怠を
使っているスタッフの
総人数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0624" y="1554480"/>
            <a:ext cx="3727704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0624" y="1554480"/>
            <a:ext cx="3727704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3504" y="1737360"/>
            <a:ext cx="336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🕐 出勤済み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3504" y="2331720"/>
            <a:ext cx="33619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本日 出勤打刻した
スタッフの人数
(リアルタイム更新)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41208" y="1554480"/>
            <a:ext cx="3727704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1208" y="1554480"/>
            <a:ext cx="3727704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4088" y="1737360"/>
            <a:ext cx="336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⚠️ 要フォロー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4088" y="2331720"/>
            <a:ext cx="33619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コンディションが
「疲れ」or「しんどい」
のスタッフ数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スタッフ一覧テーブル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全員の打刻・コンディションを一覧表示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4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1152144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627632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名前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5768" y="1627632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出勤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0055" y="1627632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退勤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24344" y="1627632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勤務時間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8632" y="1627632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コンディション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011680"/>
            <a:ext cx="115214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103120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山田 太郎 (LINE:山田/090-1234)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5768" y="2103120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08:00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0055" y="2103120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17:00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24344" y="2103120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9h 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8632" y="2103120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😊 良い感じ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560320"/>
            <a:ext cx="11521440" cy="548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2651760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佐藤 花子 (LINE:hanako/090-5678)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5768" y="2651760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09:00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0055" y="2651760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--:--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24344" y="2651760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(勤務中)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8632" y="2651760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😄 絶好調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108960"/>
            <a:ext cx="115214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3200400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⚠ 鈴木 一郎 (LINE:いちろう/090-9876)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200400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10:00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0055" y="3200400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16:00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24344" y="3200400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6h 0m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8632" y="3200400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😢 しんどい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389120"/>
            <a:ext cx="11521440" cy="201168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480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⚠️ 要フォローの見方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89204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コンディションが「少し疲れ」または「しんどい」のスタッフは
行が赤背景で表示され、名前の前に「⚠」マークが付きます。
→ 早めに声をかけることで離職防止に繋がります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監査ログ（操作履歴）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誰が・いつ・何をしたか追跡可能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5 /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右上の 🛡 アイコンをクリックで監査ログ画面へ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28800"/>
            <a:ext cx="1152144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90195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記録される操作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199" y="190195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用途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286000"/>
            <a:ext cx="11521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3774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✅ ログイン成功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199" y="23774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正規アクセスの記録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743200"/>
            <a:ext cx="11521440" cy="457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28346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❌ ログイン失敗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199" y="28346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不正アクセス試行の検知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00400"/>
            <a:ext cx="11521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32918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❌ 2FAコード失敗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199" y="32918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セキュリティインシデント検知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657600"/>
            <a:ext cx="11521440" cy="457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3749039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🚫 試行回数上限到達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199" y="3749039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ブルートフォース攻撃検知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114800"/>
            <a:ext cx="11521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4206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🚪 ログアウト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199" y="4206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セッション終了の記録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572000"/>
            <a:ext cx="11521440" cy="457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46634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👀 ダッシュボード閲覧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199" y="46634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誰がデータを見たか追跡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よくある管理者の質問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6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521440" cy="1097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731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Q. スタッフの打刻を修正したい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A. 管理画面の打刻修正機能（スタンダードプラン以上）から修正可能。修正履歴は監査ログに残ります。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51760"/>
            <a:ext cx="11521440" cy="1097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651760"/>
            <a:ext cx="731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88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Q. スタッフを削除したい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004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A. 管理画面 → スタッフ管理 → 該当スタッフを選択 → 削除。データは30日間保持されます。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886200"/>
            <a:ext cx="11521440" cy="1097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886200"/>
            <a:ext cx="731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23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Q. 月のデータをExportしたい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348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A. 管理画面 → CSV出力ボタン。給与計算ソフトに取り込み可能な形式で出力されます。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120640"/>
            <a:ext cx="11521440" cy="1097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5120640"/>
            <a:ext cx="731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257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Q. 緊急時に2FA解除できる？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6692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A. はい。Vercel管理画面から ADMIN_TOTP_SECRET を削除すれば2FA無効化されます。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6C755"/>
                </a:solidFill>
              </a:rPr>
              <a:t>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サポート窓口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biccuri5086@gmail.com / 080-9895-7770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760720"/>
            <a:ext cx="10332720" cy="7772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ラクラク勤怠   小原 健太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FBE5"/>
                </a:solidFill>
              </a:rPr>
              <a:t>biccuri5086@gmail.com   /   080-9895-7770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