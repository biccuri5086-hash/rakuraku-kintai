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派遣会社向け 1タップ打刻 × 離職予兆 SaaS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228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</a:rPr>
              <a:t>30日 無料 / 150円〜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21440" cy="16459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派遣会社のリアルなお悩み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❌ スタッフが突然来なくなる（離職率は正社員の2-3倍）
❌ 打刻アプリを入れてくれないスタッフが多い
❌ 紙タイムカードの集計に月数時間取られる
❌ 電子帳簿保存法対応がまだ・スタッフの体調把握ができない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971800"/>
            <a:ext cx="11521440" cy="1645920"/>
          </a:xfrm>
          <a:prstGeom prst="rect">
            <a:avLst/>
          </a:prstGeom>
          <a:solidFill>
            <a:srgbClr val="DCF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49A40"/>
                </a:solidFill>
              </a:rPr>
              <a:t>ラクラク勤怠で全部解決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✅ LINEだけで完結 → アプリDL不要、IT不慣れスタッフでも即日OK
✅ コンディション報告（5段階絵文字）で離職予兆を早期発見（業界唯一）
✅ 管理ダッシュボードでリアルタイム可視化、要フォローを赤色ハイライト
✅ 2要素認証・監査ログ・RLS本番化済 → セキュリティ大手並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54880"/>
            <a:ext cx="11521440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828032"/>
            <a:ext cx="26974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項目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28032"/>
            <a:ext cx="26974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ラクラク勤怠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4828032"/>
            <a:ext cx="26974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KING OF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4828032"/>
            <a:ext cx="26974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ジョブカン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138928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0368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月額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230368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150〜200円/人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5230368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330円/人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5230368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200〜400円/人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468112"/>
            <a:ext cx="11521440" cy="32918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5559552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LINE完結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559552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5559552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5559552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797296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888736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コンディション報告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5888736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5888736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5888736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126480"/>
            <a:ext cx="11521440" cy="329184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6217920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離職アラート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6217920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199" y="6217920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6217920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55664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6547104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派遣特化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6547104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6547104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6547104"/>
            <a:ext cx="26974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400800"/>
            <a:ext cx="1152144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4373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お問い合わせ：小原 健太  /  080-9895-7770  /  biccuri5086@gmail.com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30日間無料トライアル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クレジットカード不要・違約金なし・解約自由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7788"/>
                </a:solidFill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