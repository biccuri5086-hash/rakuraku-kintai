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914400"/>
            <a:ext cx="3200400" cy="384048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8288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営業メールテンプレート集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6C755"/>
                </a:solidFill>
              </a:rPr>
              <a:t>5パターン使い分け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434840"/>
            <a:ext cx="4114800" cy="54864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CCFF"/>
                </a:solidFill>
              </a:rPr>
              <a:t>ラクラク勤怠   小原 健太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5つのパターン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状況に応じて選ぶ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</a:rPr>
              <a:t>2 / 7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54480"/>
            <a:ext cx="11521440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2763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62763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種類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199" y="162763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使うタイミング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59" y="1627632"/>
            <a:ext cx="26974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想定長さ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10312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0312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コールドメール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199" y="210312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初回・無関係先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10312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本文 250〜400字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06040"/>
            <a:ext cx="1152144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69748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269748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紹介経由メール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199" y="269748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社労士・知人経由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69748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本文 200〜300字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200400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329184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9184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LP問合せ返信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329184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見込み客自発接触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59" y="329184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本文 200〜300字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794760"/>
            <a:ext cx="11521440" cy="59436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388620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88620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フォローアップ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199" y="388620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1週間返信なし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388620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本文 150〜250字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389120"/>
            <a:ext cx="115214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448056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448056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デモ後フォロー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199" y="448056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商談直後即送信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4480560"/>
            <a:ext cx="2697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本文 300〜400字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①コールドメール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概要・件名・本文骨子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件名: 派遣スタッフの離職率を下げる無料ツール（LINE完結）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3474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本文骨子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本文骨子: 自己紹介→課題提示→3つの強み→無料デモ提案→連絡先
ゴール: 15分デモアポイント獲得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完全な本文は markdown ファイル「08_営業メールテンプレート.md」参照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②紹介経由メール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概要・件名・本文骨子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件名: 【〇〇様よりご紹介】派遣会社向け勤怠管理サービス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3474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本文骨子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本文骨子: 紹介者の名前→紹介の経緯→特徴3点→面談打診
ゴール: 信頼バイアスを使ったアポ取得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完全な本文は markdown ファイル「08_営業メールテンプレート.md」参照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③LP問合せ返信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概要・件名・本文骨子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件名: お問い合わせありがとうございます【ラクラク勤怠】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3474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本文骨子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本文骨子: 御礼→デモ可能日時3提案→事前ヒアリング3項目
ゴール: 24時間以内の返信で機会損失防止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完全な本文は markdown ファイル「08_営業メールテンプレート.md」参照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④フォローアップ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概要・件名・本文骨子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件名: Re: 派遣スタッフの離職率を下げる無料ツール（再送）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3474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本文骨子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本文骨子: 配慮の一言→簡単に試せる選択肢提示→今後の連絡判断委ねる
ゴール: 押しすぎず最後の機会創出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完全な本文は markdown ファイル「08_営業メールテンプレート.md」参照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54864" cy="571500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⑤デモ後フォロー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132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FF"/>
                </a:solidFill>
              </a:rPr>
              <a:t>概要・件名・本文骨子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1152144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件名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件名: 本日のデモのお礼【ラクラク勤怠 / 30日無料トライアル案内】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97480"/>
            <a:ext cx="11521440" cy="347472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</a:rPr>
              <a:t>本文骨子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本文骨子: 御礼→デモ振返り→無料トライアル開始手順→無償サポート
ゴール: 即日トライアル開始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完全な本文は markdown ファイル「08_営業メールテンプレート.md」参照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1268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2416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24712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58600" y="0"/>
            <a:ext cx="320040" cy="6858000"/>
          </a:xfrm>
          <a:prstGeom prst="rect">
            <a:avLst/>
          </a:prstGeom>
          <a:solidFill>
            <a:srgbClr val="1F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06C755"/>
                </a:solidFill>
              </a:rPr>
              <a:t>NEXT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テンプレを下書きに保存しておく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Gmailの下書き機能を使えば、相手企業名置換のみで即送信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760720"/>
            <a:ext cx="10332720" cy="777240"/>
          </a:xfrm>
          <a:prstGeom prst="rect">
            <a:avLst/>
          </a:prstGeom>
          <a:solidFill>
            <a:srgbClr val="06C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ラクラク勤怠   小原 健太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FBE5"/>
                </a:solidFill>
              </a:rPr>
              <a:t>biccuri5086@gmail.com   /   080-9895-7770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