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SERVICE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LINE完結 1タップ打刻 × コンディション管理 SaaS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サービス概要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派遣会社向けの新世代勤怠ツール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49A40"/>
                </a:solidFill>
              </a:rPr>
              <a:t>「LINEを開いてボタンを1回押すだけ」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アプリ不要・当日から使える派遣会社特化の勤怠管理SaaS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275005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2750058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1タップ打刻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23842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LINEで出退勤
アプリDL不要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2978" y="2926080"/>
            <a:ext cx="275005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2978" y="2926080"/>
            <a:ext cx="275005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5858" y="31089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コンディション報告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5858" y="3703320"/>
            <a:ext cx="23842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5段階の絵文字で
5秒の体調報告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2926080"/>
            <a:ext cx="275005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5916" y="2926080"/>
            <a:ext cx="2750058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31089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離職アラート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3703320"/>
            <a:ext cx="23842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スコア低下で
管理者に通知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8854" y="2926080"/>
            <a:ext cx="275005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18854" y="2926080"/>
            <a:ext cx="2750058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1734" y="31089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管理ダッシュボード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1734" y="3703320"/>
            <a:ext cx="238429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全員の状況を
リアルタイム可視化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解決する4つの課題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派遣業界が抱える構造問題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750058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2750058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離職率の高さ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38429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正社員の2-3倍
採用・教育コスト圧迫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2978" y="1554480"/>
            <a:ext cx="2750058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2978" y="1554480"/>
            <a:ext cx="275005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8" y="17373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紙タイムカード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5858" y="2331720"/>
            <a:ext cx="238429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月末集計に数時間
電帳法対応未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1554480"/>
            <a:ext cx="2750058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554480"/>
            <a:ext cx="2750058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8796" y="17373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既存ツール導入の壁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2331720"/>
            <a:ext cx="238429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アプリDL拒否
IT不慣れで挫折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8854" y="1554480"/>
            <a:ext cx="2750058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8854" y="1554480"/>
            <a:ext cx="2750058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734" y="1737360"/>
            <a:ext cx="23842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スタッフとの接点不足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734" y="2331720"/>
            <a:ext cx="238429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LINE個人連絡のみ
組織的ケア不可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他社にない3つの強み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競合ゼロの差別化要素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27704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LINE完結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619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アプリDL不要
当日から使える
摩擦ゼロ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554480"/>
            <a:ext cx="3727704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55448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コンディション報告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331720"/>
            <a:ext cx="33619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業界唯一の機能
離職予兆を可視化
早期介入が可能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554480"/>
            <a:ext cx="3727704" cy="4389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5544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中小派遣特化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331720"/>
            <a:ext cx="33619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大手SaaSより安価
導入工数最小
50-300名規模に最適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料金プラン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シンプル・低コストエントリー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0195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スタータープラン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199" y="190195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スタンダードプラン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190195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エンタープライズ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37744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月額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150円/人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37744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200円/人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37744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応相談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8892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88036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対象規模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88036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〜50名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88036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50〜300名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88036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300名以上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9184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38328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初期費用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38328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38328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338328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88620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無料期間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388620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388620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97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438912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契約縛り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38912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なし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199" y="438912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なし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4389120"/>
            <a:ext cx="2697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なし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今すぐ30日間無料トライアル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クレジットカード不要・違約金なし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