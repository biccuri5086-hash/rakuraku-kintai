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3200400" cy="38404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料金プラン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ラクラク勤怠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4114800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ラクラク勤怠   小原 健太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biccuri5086@gmail.com   /   080-9895-7770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3つのプラン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規模に応じた最適価格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3749039" cy="5212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3749039" cy="4572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99032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スターター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6596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C755"/>
                </a:solidFill>
              </a:rPr>
              <a:t>150円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6517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/人/月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0175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〜50名規模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59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1タップ打刻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59" y="39776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コンディション報告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59" y="44348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管理ダッシュボード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" y="4892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GPS打刻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371600"/>
            <a:ext cx="3749039" cy="5212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1371600"/>
            <a:ext cx="3749039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1399032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スタンダード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59" y="1399032"/>
            <a:ext cx="1005840" cy="274320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59" y="1426464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★ 推奨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59" y="196596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172A"/>
                </a:solidFill>
              </a:rPr>
              <a:t>200円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26517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/人/月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59" y="30175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50〜300名規模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スターター全機能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39776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打刻修正(管理画面)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44348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CSVエクスポート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4892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LINE通知アラート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1371600"/>
            <a:ext cx="3749039" cy="5212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1371600"/>
            <a:ext cx="3749039" cy="4572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1399032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エンタープライズ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196596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6D28D9"/>
                </a:solidFill>
              </a:rPr>
              <a:t>応相談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26517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0175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300名以上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スタンダード全機能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9776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専用サポート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4348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給与計算API連携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892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多言語対応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料金シミュレーション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規模別の月額目安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90195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登録スタッフ数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768" y="190195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適用プラン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0055" y="190195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月額(税抜)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4344" y="190195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年額(税抜)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8632" y="190195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1人あたり日額換算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860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37744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30名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237744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スターター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055" y="237744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4,500円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4344" y="237744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54,000円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237744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5円/人/日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788920"/>
            <a:ext cx="1152144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88036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50名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5768" y="288036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スタンダード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0055" y="288036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10,000円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288036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120,000円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288036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6.7円/人/日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9184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38328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100名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38328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スタンダード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0055" y="338328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20,000円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338328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240,000円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338328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6.7円/人/日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94760"/>
            <a:ext cx="1152144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388620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200名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15768" y="388620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スタンダード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0055" y="388620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40,000円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24344" y="388620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480,000円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28632" y="388620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6.7円/人/日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29768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438912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500名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15768" y="438912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エンタープライズ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0055" y="438912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応相談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24344" y="438912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応相談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28632" y="438912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応相談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支払い方法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中小派遣会社の経理慣行に合わせた柔軟対応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3727704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3727704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月払い 銀行振込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33619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毎月末締め
翌月末払い
請求書発行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0624" y="1828800"/>
            <a:ext cx="3727704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0624" y="1828800"/>
            <a:ext cx="3727704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3504" y="201168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年払い 銀行振込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3504" y="2606040"/>
            <a:ext cx="33619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1年分一括
5%割引適用
年度予算組みやすい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1208" y="1828800"/>
            <a:ext cx="3727704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1208" y="1828800"/>
            <a:ext cx="372770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4088" y="201168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クレジットカード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088" y="2606040"/>
            <a:ext cx="33619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VISA/Master/JCB
自動継続課金
少人数規模で便利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029200"/>
            <a:ext cx="11521440" cy="1371600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49A40"/>
                </a:solidFill>
              </a:rPr>
              <a:t>30日間無料トライアル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・期間中の費用は一切発生しません
・クレジットカード登録不要
・トライアル終了後の自動課金もありません（明示的にお申込みいただいてからスタート）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まずは30日間 無料でお試しください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電話・メールでお気軽にお問い合わせください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ラクラク勤怠   小原 健太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FBE5"/>
                </a:solidFill>
              </a:rPr>
              <a:t>biccuri5086@gmail.com   /   080-9895-7770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