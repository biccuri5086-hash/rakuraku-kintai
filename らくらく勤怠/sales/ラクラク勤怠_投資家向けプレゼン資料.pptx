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822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6C755"/>
                </a:solidFill>
              </a:rPr>
              <a:t>INVESTOR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25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ラクラク勤怠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LINE完結・1タップ打刻 x コンディション管理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派遣会社の「離職防止」と「勤怠DX」を同時に実現する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CC"/>
                </a:solidFill>
              </a:rPr>
              <a:t>2026年5月  ラクラク勤怠 株式会社（準備中）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7788"/>
                </a:solidFill>
              </a:rPr>
              <a:t>CONFIDENTIAL  本資料の無断転載・複製を禁じます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課題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派遣会社が抱える構造的な問題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32588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32588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ソリューション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ラクラク勤怠が解決すること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32588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2588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554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9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市場規模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TAM / SAM / SOM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5176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5176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80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" y="2743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競合優位性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3200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競合比較とポジショニング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265176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59" y="265176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2880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2743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ビジネスモデル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200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価格・収益構造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265176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265176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2880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59" y="2743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Go-to-Market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59" y="3200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顧客獲得戦略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977639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977639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2062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19" y="40690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収支計画（1年）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19" y="45262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月次損益シミュレーション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3977639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59" y="3977639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59" y="42062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40690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収支計画（3年）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45262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中期成長シナリオ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79" y="3977639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83879" y="3977639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79" y="42062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59" y="40690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KPI・マイルストーン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59" y="45262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達成指標と計画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30352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530352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532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19" y="53949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調達計画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19" y="58521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資金調達額・使途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59" y="530352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51959" y="530352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59" y="5532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2040" y="53949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リスクと対策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58521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主要リスクの認識と軽減策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5303520"/>
            <a:ext cx="3749039" cy="1188720"/>
          </a:xfrm>
          <a:prstGeom prst="rect">
            <a:avLst/>
          </a:prstGeom>
          <a:solidFill>
            <a:srgbClr val="FFFFFF"/>
          </a:solidFill>
          <a:ln w="8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83879" y="5303520"/>
            <a:ext cx="54864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83879" y="5532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C755"/>
                </a:solidFill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3959" y="53949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チーム・体制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59" y="58521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経営陣とアドバイザー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派遣業界が抱える「未解決の構造問題」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日本には約13,000社の派遣会社があり、162万人の派遣労働者が働いている。しかし現場では深刻な問題が放置されている。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5577840" cy="2011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73152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離職率が正社員の2〜3倍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突然来なくなる・無断欠勤・早期離職が多発
体調不良のサインを早期に把握できていない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828800"/>
            <a:ext cx="5577840" cy="2011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82880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9659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紙タイムカード・手集計が主流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5146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管理者が月末に集計で数時間消費
電子帳簿保存法対応も急務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69080"/>
            <a:ext cx="5577840" cy="2011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73152" cy="2011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既存ツールが使えない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アプリDLを嫌がるスタッフが多数
IT不慣れな中小派遣会社はツール導入できず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069080"/>
            <a:ext cx="5577840" cy="2011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069080"/>
            <a:ext cx="73152" cy="20116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4206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スタッフとの接点が少ない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7548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派遣元との連絡はLINE個人アカウントのみ
組織的なケアができずエンゲージメント低下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263640"/>
            <a:ext cx="1152144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91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→ 派遣社員1人の離職・採用・教育コストは平均30万〜50万円。離職を1人防ぐだけで年間数十万円の節約になる。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ソリューション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ラクラク勤怠が解決すること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「LINEを開いてボタンを1回押すだけ」 アプリ不要・当日から使える派遣特化の勤怠管理SaaS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11521440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201168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201168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1タップ打刻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LINEを開いてボタン1つ
アプリDL不要で即日開始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1965960"/>
            <a:ext cx="201168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1488" y="1965960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コンディション報告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4747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5段階の絵文字で
5秒で今日の調子を報告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1965960"/>
            <a:ext cx="201168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1965960"/>
            <a:ext cx="2011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離職アラート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34747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スコア低下で管理者に
即時通知・早期介入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7183" y="1965960"/>
            <a:ext cx="201168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87183" y="1965960"/>
            <a:ext cx="20116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3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管理ダッシュボード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3" y="34747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全スタッフの状況を
リアルタイムで可視化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00032" y="1965960"/>
            <a:ext cx="201168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00032" y="1965960"/>
            <a:ext cx="20116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GPS打刻確認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4747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出勤時の位置情報を
自動記録（バックグラウンド）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9A40"/>
                </a:solidFill>
              </a:rPr>
              <a:t>競合他社にはない「コンディション報告 x 離職アラート」が最大の差別化。派遣会社の離職防止と勤怠DXを同時解決。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市場規模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TAM / SAM / 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7132320" cy="5120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TAM  日本HRテック市場全体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943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3,500億円  （CAGR 12〜15%）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920240"/>
            <a:ext cx="5486400" cy="365760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011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49A40"/>
                </a:solidFill>
              </a:rPr>
              <a:t>SAM  勤怠管理SaaS x 派遣特化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029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9A40"/>
                </a:solidFill>
              </a:rPr>
              <a:t>450億円（推定）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514600"/>
            <a:ext cx="3474720" cy="24688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606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中小派遣会社（50〜300名）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66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45億円
（3年内獲得目標）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市場背景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828800"/>
            <a:ext cx="411480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920240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電子帳簿保存法の厳格化
紙タイムカード廃止が加速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944368"/>
            <a:ext cx="411480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3035808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派遣労働者数：約162万人
派遣会社登録数：約13,000社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059935"/>
            <a:ext cx="411480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4151375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LINE利用率 約86%
スタッフへの浸透率が高い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5175504"/>
            <a:ext cx="411480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5266944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HRテック市場 年12〜15%成長
中小向けは空白地帯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競合優位性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「派遣特化 x LINE完結 x コンディション管理」は競合ゼロ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47472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261872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34440"/>
            <a:ext cx="1783080" cy="6583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26187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KING OF TIME
330円/人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234440"/>
            <a:ext cx="1783080" cy="6583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26187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ジョブカン
200円/人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234440"/>
            <a:ext cx="1783080" cy="6583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26187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SmartHR
要見積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34440"/>
            <a:ext cx="1783080" cy="65836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26187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ラクラク勤怠
150〜200円/人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938528"/>
            <a:ext cx="3474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202996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LINEで完結（アプリ不要）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93852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02996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93852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02996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93852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202996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938528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02996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05456"/>
            <a:ext cx="347472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596896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コンディション報告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505456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259689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505456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259689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2505456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259689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2505456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59689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</a:rPr>
              <a:t>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072384"/>
            <a:ext cx="3474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316382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離職アラート機能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07238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316382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07238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16382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07238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316382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072384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316382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</a:rPr>
              <a:t>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639312"/>
            <a:ext cx="347472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" y="3730752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GPS打刻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3639312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86200" y="373075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3639312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0" y="373075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△(上位のみ)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3639312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373075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639312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373075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206240"/>
            <a:ext cx="3474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4297679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初期費用0円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420624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86200" y="4297679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0" y="420624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15000" y="4297679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420624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4297679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4206240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4297679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</a:rPr>
              <a:t>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773168"/>
            <a:ext cx="347472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59" y="486460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当日導入可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80" y="4773168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86200" y="486460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4773168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15000" y="486460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4773168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98080" y="486460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4773168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81160" y="486460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</a:rPr>
              <a:t>◎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340096"/>
            <a:ext cx="3474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59" y="5431536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派遣特化設計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40480" y="5340096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86200" y="54315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0" y="5340096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15000" y="54315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52360" y="5340096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80" y="54315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35440" y="5340096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81160" y="54315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</a:rPr>
              <a:t>◎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907024"/>
            <a:ext cx="347472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59" y="599846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中小向け価格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5907024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86200" y="599846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0" y="5907024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15000" y="599846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52360" y="5907024"/>
            <a:ext cx="1783080" cy="53035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80" y="599846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235440" y="5907024"/>
            <a:ext cx="1783080" cy="530352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81160" y="599846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</a:rPr>
              <a:t>◎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6473952"/>
            <a:ext cx="11521440" cy="292608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9A40"/>
                </a:solidFill>
              </a:rPr>
              <a:t>◎ = 業界唯一。「コンディション報告」「離職アラート」「LINE完結」の3機能を同時に持つ競合は存在しない。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ビジネスモデル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シンプルな月額従量課金・低価格エントリー戦略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749039" cy="5257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749039" cy="4572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0759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スターター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74519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C755"/>
                </a:solidFill>
              </a:rPr>
              <a:t>150円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560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/人/月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260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対象：〜50名規模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" y="33649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1タップ打刻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" y="3840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コンディション報告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" y="4315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管理ダッシュボード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47914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GPS打刻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280160"/>
            <a:ext cx="3749039" cy="5257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280160"/>
            <a:ext cx="3749039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30759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スタンダード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1307592"/>
            <a:ext cx="1371600" cy="274320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★ 推奨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1874519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</a:rPr>
              <a:t>200円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560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/人/月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29260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対象：50〜300名規模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33649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スターター全機能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3840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打刻修正（管理画面）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315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CSVエクスポート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7914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LINE通知アラート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280160"/>
            <a:ext cx="3749039" cy="5257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280160"/>
            <a:ext cx="3749039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130759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エンタープライズ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874519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D28D9"/>
                </a:solidFill>
              </a:rPr>
              <a:t>応相談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560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/人/月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9260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対象：300名以上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3649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スタンダード全機能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840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専用サポート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315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給与計算API連携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7914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多言語対応（英/中/越）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473952"/>
            <a:ext cx="1152144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収益モデルのポイント：顧客1社（平均100名）あたり月2万円。顧客300社でMRR 600万円 = 年商7,200万円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Go-to-Market戦略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3フェーズで中小派遣会社を攻略する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8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2926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749039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53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  M1〜M3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099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モニター獲得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128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無料モニター10社確保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口コミ・成功事例の作成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プロダクト改善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325880"/>
            <a:ext cx="3749039" cy="2926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325880"/>
            <a:ext cx="3749039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353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  M4〜M12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17099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有料化と拡大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2128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直販（電話・訪問）開始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74320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社労士パートナー経由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27355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45社・MRR 90万円目標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325880"/>
            <a:ext cx="3749039" cy="2926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325880"/>
            <a:ext cx="3749039" cy="777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353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  Y2〜Y3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17099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スケール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128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派遣協会セミナー展示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4320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YouTube・SNS集客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27355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300社・MRR 600万円目標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主要チャネルと優先度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919472"/>
            <a:ext cx="8046720" cy="42062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83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中小派遣会社への直販（電話・訪問）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919472"/>
            <a:ext cx="1371600" cy="42062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最優先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94960"/>
            <a:ext cx="8046720" cy="42062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589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社労士・中小企業診断士経由の紹介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5394960"/>
            <a:ext cx="1371600" cy="4206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458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870448"/>
            <a:ext cx="8046720" cy="42062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3445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派遣協会（JASSA）セミナー・展示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5870448"/>
            <a:ext cx="1371600" cy="4206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59344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345936"/>
            <a:ext cx="8046720" cy="42062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099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YouTube・SNS（派遣会社経営者向け）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6345936"/>
            <a:ext cx="1371600" cy="42062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64099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中長期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9A40"/>
                </a:solidFill>
              </a:rPr>
              <a:t>初期獲得の鍵：無料90日トライアル → コンディション改善の成功事例を2〜3社作り横展開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収支計画（Year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月次損益シミュレーション  M7に単月黒字転換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15214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26187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2556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7348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2140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931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1724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6516" y="1261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664208"/>
            <a:ext cx="115214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17556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顧客数（社）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2556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7348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2140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6931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1724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6516" y="17556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176272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" y="22677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スタッフ数（平均）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62556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4952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7348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9744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92140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4536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6931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1724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86516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2688336"/>
            <a:ext cx="115214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277977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売上（千円）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62556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44952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7348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9744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160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92140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264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4536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374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6931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528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7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648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21724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858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988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86516" y="2779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C755"/>
                </a:solidFill>
              </a:rPr>
              <a:t>1260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200400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59" y="32918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コスト（千円）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62556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44952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27348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92140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74536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6931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39327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350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1724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380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86516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400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712464"/>
            <a:ext cx="115214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59" y="380390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損益（千円）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80160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▲300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62556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▲300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44952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▲300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27348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▲200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9744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▲140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92140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▲56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74536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C755"/>
                </a:solidFill>
              </a:rPr>
              <a:t>+54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6931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C755"/>
                </a:solidFill>
              </a:rPr>
              <a:t>+178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39327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C755"/>
                </a:solidFill>
              </a:rPr>
              <a:t>+298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21724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C755"/>
                </a:solidFill>
              </a:rPr>
              <a:t>+478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04120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C755"/>
                </a:solidFill>
              </a:rPr>
              <a:t>+608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86516" y="38039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C755"/>
                </a:solidFill>
              </a:rPr>
              <a:t>+860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6245352"/>
            <a:ext cx="347472" cy="1828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85800" y="6048102"/>
            <a:ext cx="347472" cy="21553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207007" y="6245352"/>
            <a:ext cx="347472" cy="1828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72767" y="6048102"/>
            <a:ext cx="347472" cy="21553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93976" y="6245352"/>
            <a:ext cx="347472" cy="1828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459736" y="6048102"/>
            <a:ext cx="347472" cy="21553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980944" y="6191794"/>
            <a:ext cx="347472" cy="71845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346704" y="6048102"/>
            <a:ext cx="347472" cy="21553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867911" y="6148686"/>
            <a:ext cx="347472" cy="114953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233672" y="6048102"/>
            <a:ext cx="347472" cy="21553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754879" y="6073967"/>
            <a:ext cx="347472" cy="18967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120640" y="6033733"/>
            <a:ext cx="347472" cy="22990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41848" y="5994937"/>
            <a:ext cx="347472" cy="26870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007608" y="6033733"/>
            <a:ext cx="347472" cy="22990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28816" y="5884294"/>
            <a:ext cx="347472" cy="379345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894576" y="6012179"/>
            <a:ext cx="347472" cy="2514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415783" y="5798079"/>
            <a:ext cx="347472" cy="46556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781544" y="6012179"/>
            <a:ext cx="347472" cy="2514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302752" y="5647203"/>
            <a:ext cx="347472" cy="61643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68512" y="5990626"/>
            <a:ext cx="347472" cy="27301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189719" y="5553804"/>
            <a:ext cx="347472" cy="709835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55480" y="5990626"/>
            <a:ext cx="347472" cy="27301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76688" y="5358383"/>
            <a:ext cx="347472" cy="90525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442448" y="5976257"/>
            <a:ext cx="347472" cy="28738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040" y="6263640"/>
            <a:ext cx="1065276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9A40"/>
                </a:solidFill>
              </a:rPr>
              <a:t>Year 1 通期：売上累計 518万円  コスト累計 390万円  営業利益 128万円  （単月黒字転換：Month 7）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収支計画（3ヵ年）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中期成長シナリオ  Year 3で年商7,200万円・利益率70%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749039" cy="5120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749039" cy="5303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0759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Year 1  2026年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顧客数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99339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45 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42032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334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平均スタッフ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151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100 名/社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月末MRR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23697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</a:rPr>
              <a:t>90万円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85616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7705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年間売上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85876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518万円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07408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98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年間コスト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8056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390万円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営業利益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10235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6C755"/>
                </a:solidFill>
              </a:rPr>
              <a:t>128万円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50992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424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利益率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72414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6C755"/>
                </a:solidFill>
              </a:rPr>
              <a:t>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1280160"/>
            <a:ext cx="3749039" cy="5120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59" y="1280160"/>
            <a:ext cx="3749039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59" y="130759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Year 2  2027年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192024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59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顧客数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79" y="199339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150 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2542032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59" y="26334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平均スタッフ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26151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130 名/社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163824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59" y="32552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月末MRR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79" y="323697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</a:rPr>
              <a:t>390万円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785616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59" y="387705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年間売上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79" y="385876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3120万円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407408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59" y="4498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年間コスト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79" y="448056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900万円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502920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59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営業利益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79" y="510235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6C755"/>
                </a:solidFill>
              </a:rPr>
              <a:t>2220万円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5650992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0559" y="57424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利益率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79" y="572414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6C755"/>
                </a:solidFill>
              </a:rPr>
              <a:t>71%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79" y="1280160"/>
            <a:ext cx="3749039" cy="5120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83879" y="1280160"/>
            <a:ext cx="3749039" cy="5303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79" y="130759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Year 3  2028年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192024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顧客数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199339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350 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2542032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26334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平均スタッフ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26151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150 名/社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3163824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32552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月末MRR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323697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1A2E"/>
                </a:solidFill>
              </a:rPr>
              <a:t>1050万円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3785616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387705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年間売上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385876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7140万円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4407408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0" y="4498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年間コスト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448056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2160万円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502920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営業利益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510235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6C755"/>
                </a:solidFill>
              </a:rPr>
              <a:t>4980万円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5650992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12480" y="57424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利益率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0" y="572414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6C755"/>
                </a:solidFill>
              </a:rPr>
              <a:t>70%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0" y="3520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0" y="3520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4ED8"/>
                </a:solidFill>
              </a:rPr>
              <a:t>前提：月額200円/人、解約率5%/月、新規獲得：Y1=45社・Y2=120社・Y3=220社、コストはインフラ・マーケ・人件費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KPI・マイルストーン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達成すべき指標と時間軸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152144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61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KPI指標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261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Year 1 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19" y="1261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Year 2 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19" y="1261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Year 3 目標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19072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719072"/>
            <a:ext cx="73152" cy="6400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56231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MRR（月次経常収益）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55"/>
                </a:solidFill>
              </a:rPr>
              <a:t>90万円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55"/>
                </a:solidFill>
              </a:rPr>
              <a:t>390万円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55"/>
                </a:solidFill>
              </a:rPr>
              <a:t>1,050万円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04872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404872"/>
            <a:ext cx="731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4203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顧客数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14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</a:rPr>
              <a:t>45社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514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</a:rPr>
              <a:t>150社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514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</a:rPr>
              <a:t>350社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90672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090672"/>
            <a:ext cx="7315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2783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登録スタッフ数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200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</a:rPr>
              <a:t>4,500名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200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</a:rPr>
              <a:t>19,500名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200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</a:rPr>
              <a:t>52,500名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76472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77647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1363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解約率（月次）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886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&lt; 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886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&lt; 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886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&lt; 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462272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462272"/>
            <a:ext cx="73152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9943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CAC（顧客獲得コスト）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15,000円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12,000円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10,000円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48072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5148072"/>
            <a:ext cx="73152" cy="640080"/>
          </a:xfrm>
          <a:prstGeom prst="rect">
            <a:avLst/>
          </a:prstGeom>
          <a:solidFill>
            <a:srgbClr val="04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28523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LTV（顧客生涯価値）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257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9A40"/>
                </a:solidFill>
              </a:rPr>
              <a:t>30万円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257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9A40"/>
                </a:solidFill>
              </a:rPr>
              <a:t>40万円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257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9A40"/>
                </a:solidFill>
              </a:rPr>
              <a:t>48万円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144768"/>
            <a:ext cx="11521440" cy="59436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9A40"/>
                </a:solidFill>
              </a:rPr>
              <a:t>重要マイルストーン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291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9A40"/>
                </a:solidFill>
              </a:rPr>
              <a:t>[M3]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モニター10社完了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6291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9A40"/>
                </a:solidFill>
              </a:rPr>
              <a:t>[M7]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単月黒字転換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6291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9A40"/>
                </a:solidFill>
              </a:rPr>
              <a:t>[M12]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累計黒字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6291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9A40"/>
                </a:solidFill>
              </a:rPr>
              <a:t>[Y2-Q1]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MRR 200万突破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6291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49A40"/>
                </a:solidFill>
              </a:rPr>
              <a:t>[Y3]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年商7,000万円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 調達計画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資金調達額・使途・バリュエーション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調達希望額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50292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3,000万円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06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C755"/>
                </a:solidFill>
              </a:rPr>
              <a:t>シードラウンド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資金使途内訳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691640"/>
            <a:ext cx="2304288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691640"/>
            <a:ext cx="1728216" cy="5029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01784" y="1691640"/>
            <a:ext cx="86410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5892" y="1691640"/>
            <a:ext cx="576072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41964" y="1691640"/>
            <a:ext cx="288036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2331720"/>
            <a:ext cx="34747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350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開発・エンジニア採用  40%  （1200万円）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898648"/>
            <a:ext cx="347472" cy="34747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916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マーケティング・営業  30%  （900万円）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465576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4838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インフラ・セキュリティ  15%  （450万円）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4032504"/>
            <a:ext cx="347472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05079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法務・会計・雑費  10%  （300万円）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4599431"/>
            <a:ext cx="347472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61771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予備費  5%  （150万円）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74920"/>
            <a:ext cx="50292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想定バリュエーション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プレマネー：1億5,000万円
ポストマネー：1億8,000万円
希薄化率：約16.7%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5074920"/>
            <a:ext cx="61722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512064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調達後のRunway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53212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月間バーンレート：約250万円
Runway：約12ヶ月
（MRR黒字化でRunwayは延長）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11  リスクと対策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主要リスクの認識と軽減策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5778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38988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リスク 1：競合の参入・模倣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888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9903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影響度：高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56231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大手がLINE連携を追加した場合
既存顧客のロックイン強化
コンディションデータ蓄積による解約防止
派遣特化の深化（シフト管理等）で差別化維持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1325880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79" y="1325880"/>
            <a:ext cx="557784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38988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リスク 2：顧客解約率の上昇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59" y="1389888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7" y="139903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影響度：中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856231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コスト削減で解約が増えるリスク
オンボーディング支援の充実
月次レポート送付で価値を実感させる
解約理由の分析と製品改善サイクル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749039"/>
            <a:ext cx="55778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8130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リスク 3：LINE仕様変更・LIFFポリシー変更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813048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82219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影響度：中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79392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LINE社の方針変更でLIFFが制限されるリスク
PWAへのフォールバック機能を開発
LINE以外の認証手段（電話番号SMS）も準備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79" y="3749039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79" y="3749039"/>
            <a:ext cx="5577840" cy="4114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7" y="38130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リスク 4：個人情報・セキュリティインシデント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59" y="3813048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2447" y="382219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D28D9"/>
                </a:solidFill>
              </a:rPr>
              <a:t>影響度：低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279392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打刻データ・GPS情報の漏洩リスク
Supabase RLSによる行レベルアクセス制御
サーバーサイドのみでのパスワード検証
定期的なセキュリティ監査の実施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12  チーム・体制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実行力のある経営チーム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697480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26974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1463040"/>
            <a:ext cx="105156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5176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代表取締役
オーナー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派遣業界・HR領域の事業開発経験
顧客ネットワークと市場理解が強み
営業・マーケティング統括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25880"/>
            <a:ext cx="2697480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325880"/>
            <a:ext cx="269748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0" y="1463040"/>
            <a:ext cx="1051560" cy="105156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65176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AI CEO  John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3756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戦略立案・プロダクト開発・技術統括
全機能の設計・実装・セキュリティ対応
データ分析・事業計画策定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1325880"/>
            <a:ext cx="2697480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59" y="1325880"/>
            <a:ext cx="26974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1463040"/>
            <a:ext cx="1051560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265176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技術顧問
（採用予定）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3756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Next.js / Supabase フルスタック
セキュリティ設計・スケーリング
シード調達後に採用予定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19" y="1325880"/>
            <a:ext cx="2697480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19" y="1325880"/>
            <a:ext cx="26974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1463040"/>
            <a:ext cx="1051560" cy="1051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265176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営業・CS
（採用予定）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33756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派遣会社向けの直販営業
オンボーディング・カスタマーサクセス
シード調達後に採用予定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943600"/>
            <a:ext cx="11521440" cy="749808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9A40"/>
                </a:solidFill>
              </a:rPr>
              <a:t>アドバイザー（予定）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276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派遣業界 経営コンサルタント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63276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社会保険労務士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63276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SaaS スタートアップ投資家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63276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LINE ミニアプリ技術専門家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Now?  なぜ今か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この市場機会は2〜3年以内に消える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57784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904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電子帳簿保存法の厳格化（2024年）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紙タイムカードが事実上使えなくなった。中小派遣会社は今すぐデジタル化ツールを必要としている。この波に最速で乗れる。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325880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1325880"/>
            <a:ext cx="55778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4904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LINEの市場支配が続く今が最大チャンス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075688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LINE利用率86%は今後も維持されるが、競合が気づいてLINE LIFF対応を始めれば差別化が薄れる。先行者利益を取れる時間は限られている。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49039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49039"/>
            <a:ext cx="55778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1363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製造・物流DXが急加速中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コロナ後の物流DXブームで現場作業員へのITツール導入ハードルが大きく下がった。リモートや多現場管理のニーズが急増している。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749039"/>
            <a:ext cx="5577840" cy="2240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3749039"/>
            <a:ext cx="5577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391363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AI開発コストがゼロに近い今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498848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AI CEO（Claude）の活用により、通常数千万円かかる開発コストを極限まで圧縮した。この構造的コスト優位は競合が容易に再現できない。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SUMMARY  なぜラクラク勤怠に投資するか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3つの理由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00200"/>
            <a:ext cx="8686800" cy="1261872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00200"/>
            <a:ext cx="73152" cy="126187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C755"/>
                </a:solidFill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91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唯一無二のポジション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221992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コンディション報告 x 離職アラート x LINE完結を同時に持つ競合は存在しない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8686800" cy="1261872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17520"/>
            <a:ext cx="73152" cy="12618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1089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巨大な未開拓市場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39312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13,000社の中小派遣会社が狙えるSAM 450億円。既存ツールは大企業向けで中小は空白地帯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34840"/>
            <a:ext cx="8686800" cy="1261872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73152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2627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2627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実証済みプロダクトと高い実行力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56631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Vercel本番稼働中・LINEでの実打刻確認済み。AI CEOによる圧倒的低コスト開発体制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868680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97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ご投資・パートナーシップのご相談はこちらまで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362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FBE5"/>
                </a:solidFill>
              </a:rPr>
              <a:t>contact@rakuraku-kintai.jp（準備中）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