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C7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137160" cy="6858000"/>
          </a:xfrm>
          <a:prstGeom prst="rect">
            <a:avLst/>
          </a:prstGeom>
          <a:solidFill>
            <a:srgbClr val="04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6C755"/>
                </a:solidFill>
              </a:rPr>
              <a:t>ラクラク勤怠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</a:rPr>
              <a:t>派遣スタッフの離職を、LINEで防ぐ。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9"/>
              </a:spcAft>
            </a:pPr>
            <a:r>
              <a:rPr sz="1600" b="0">
                <a:solidFill>
                  <a:srgbClr val="6B7B8D"/>
                </a:solidFill>
              </a:rPr>
              <a:t>✅  LINEで1タップ打刻（アプリDL不要）</a:t>
            </a:r>
          </a:p>
          <a:p>
            <a:pPr algn="l">
              <a:spcAft>
                <a:spcPts val="159"/>
              </a:spcAft>
            </a:pPr>
            <a:r>
              <a:rPr sz="1600" b="0">
                <a:solidFill>
                  <a:srgbClr val="6B7B8D"/>
                </a:solidFill>
              </a:rPr>
              <a:t>✅  毎日5秒のコンディション報告</a:t>
            </a:r>
          </a:p>
          <a:p>
            <a:pPr algn="l">
              <a:spcAft>
                <a:spcPts val="159"/>
              </a:spcAft>
            </a:pPr>
            <a:r>
              <a:rPr sz="1600" b="0">
                <a:solidFill>
                  <a:srgbClr val="6B7B8D"/>
                </a:solidFill>
              </a:rPr>
              <a:t>✅  管理者への離職サインアラート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097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営業ご提案資料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FFDD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こんなお悩みはありませんか？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6459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1A1A1A"/>
                </a:solidFill>
              </a:rPr>
              <a:t>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</a:rPr>
              <a:t>スタッフが突然来なくなった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D"/>
                </a:solidFill>
              </a:rPr>
              <a:t>兆候があっても気づけない構造になっている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6459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1A1A1A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</a:rPr>
              <a:t>打刻修正の依頼が毎週来て手間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D"/>
                </a:solidFill>
              </a:rPr>
              <a:t>紙・LINE・電話での連絡が混在している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65760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6459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1A1A1A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</a:rPr>
              <a:t>専用アプリを入れてくれない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D"/>
                </a:solidFill>
              </a:rPr>
              <a:t>私物スマホに知らないアプリは入れたくない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C755"/>
                </a:solidFill>
              </a:rPr>
              <a:t>これらすべてを、ラクラク勤怠が解決します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ラクラク勤怠 3つの機能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48463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5486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① LINEで1タップ打刻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LINEを開いてボタンを押すだけ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アプリDL不要・当日から使える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GPSを自動で裏側取得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48463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② コンディション報告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5段階絵文字で「今日の調子」を報告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34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😄絶好調 😊良い 😐普通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😔疲れ  😢しんどい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48463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657600" cy="5486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③ 管理者アラート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調子が悪いスタッフを即座に可視化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34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離職サインを早期にキャッチ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声かけのタイミングを逃さない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他社ツールとの比較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92608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比較項目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188720"/>
            <a:ext cx="2011680" cy="50292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234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ラクラク勤怠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18288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59" y="1234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KING OF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188720"/>
            <a:ext cx="18288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79" y="1234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ジョブカン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188720"/>
            <a:ext cx="18288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234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Touch On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37360"/>
            <a:ext cx="292608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LINEで完結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737360"/>
            <a:ext cx="2011680" cy="621792"/>
          </a:xfrm>
          <a:prstGeom prst="rect">
            <a:avLst/>
          </a:prstGeom>
          <a:solidFill>
            <a:srgbClr val="D4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C755"/>
                </a:solidFill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737360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737360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737360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95728"/>
            <a:ext cx="2926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487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アプリDL不要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395728"/>
            <a:ext cx="2011680" cy="621792"/>
          </a:xfrm>
          <a:prstGeom prst="rect">
            <a:avLst/>
          </a:prstGeom>
          <a:solidFill>
            <a:srgbClr val="D4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24871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C755"/>
                </a:solidFill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395728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59" y="24871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395728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79" y="24871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2395728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4871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054096"/>
            <a:ext cx="292608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1455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コンディション報告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3054096"/>
            <a:ext cx="2011680" cy="621792"/>
          </a:xfrm>
          <a:prstGeom prst="rect">
            <a:avLst/>
          </a:prstGeom>
          <a:solidFill>
            <a:srgbClr val="D4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31455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C755"/>
                </a:solidFill>
              </a:rPr>
              <a:t>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054096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59" y="31455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3054096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79" y="31455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3054096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14553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12464"/>
            <a:ext cx="2926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8039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離職サインアラート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3712464"/>
            <a:ext cx="2011680" cy="621792"/>
          </a:xfrm>
          <a:prstGeom prst="rect">
            <a:avLst/>
          </a:prstGeom>
          <a:solidFill>
            <a:srgbClr val="D4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38039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C755"/>
                </a:solidFill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3712464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59" y="38039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3712464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9479" y="38039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3712464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38039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3E3E"/>
                </a:solidFill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370831"/>
            <a:ext cx="292608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46227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月額料金（目安）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4370831"/>
            <a:ext cx="2011680" cy="621792"/>
          </a:xfrm>
          <a:prstGeom prst="rect">
            <a:avLst/>
          </a:prstGeom>
          <a:solidFill>
            <a:srgbClr val="D4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37560" y="446227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150円/人〜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370831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59" y="446227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330円/人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78040" y="4370831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79" y="446227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200〜400円/人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4370831"/>
            <a:ext cx="182880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0" y="446227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</a:rPr>
              <a:t>220円/人〜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料金プラン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657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9144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スタータープラン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150円 × スタッフ数 /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1タップ打刻（出勤・退勤）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9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コンディション報告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管理者ダッシュボード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GPSによる位置記録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914400"/>
          </a:xfrm>
          <a:prstGeom prst="rect">
            <a:avLst/>
          </a:prstGeom>
          <a:solidFill>
            <a:srgbClr val="04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298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★ 推奨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スタンダードプラン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200円 × スタッフ数 /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スターターの全機能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89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コンディションアラート通知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015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月次レポートCSV出力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チャットサポート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3657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80160"/>
            <a:ext cx="36576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エンタープライズ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要お見積り（100名以上）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全機能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89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AI離職リスクスコア（開発予定）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015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既存システム連携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• 専任サポート担当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49A40"/>
                </a:solidFill>
              </a:rPr>
              <a:t>🎁  30日間・全機能・無料トライアル実施中（クレジットカード不要・違約金なし）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使い方：スタッフ側（たった3ステップ）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LINEでURLを開く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QRコードまたはURLをタップするだけ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アプリダウンロード不要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C75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「出勤する」を1タップ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大きなボタンを押すだけで打刻完了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GPSは裏側で自動取得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C755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47472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コンディションを選ぶ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5秒で今日の調子を絵文字で報告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無理に書く必要はありません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C755"/>
                </a:solidFill>
              </a:rPr>
              <a:t>操作は以上！　1日の所要時間：合計10秒以下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管理者ダッシュボード：一目でわかる現場状況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94560" cy="16459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9456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D"/>
                </a:solidFill>
              </a:rPr>
              <a:t>登録スタッフ数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6C755"/>
                </a:solidFill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280160"/>
            <a:ext cx="2194560" cy="16459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280160"/>
            <a:ext cx="2194560" cy="73152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D"/>
                </a:solidFill>
              </a:rPr>
              <a:t>出勤済み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28BE6"/>
                </a:solidFill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280160"/>
            <a:ext cx="2194560" cy="164592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280160"/>
            <a:ext cx="2194560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D"/>
                </a:solidFill>
              </a:rPr>
              <a:t>要フォロー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53E3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B8D"/>
                </a:solidFill>
              </a:rPr>
              <a:t>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11430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名前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799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出勤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退勤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勤務時間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コンディション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033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田中 花子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799" y="3703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09:01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7033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18:03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703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9h 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7033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😄 絶好調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33672"/>
            <a:ext cx="11430000" cy="594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25112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鈴木 一郎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799" y="432511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08:55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432511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--:--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325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勤務中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325112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😊 良い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55464"/>
            <a:ext cx="11430000" cy="5943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946904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3E3E"/>
                </a:solidFill>
              </a:rPr>
              <a:t>山田 太郎 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799" y="49469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10:12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49469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--:--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494690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勤務中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946904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53E3E"/>
                </a:solidFill>
              </a:rPr>
              <a:t>😢 しんどい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C7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まずは30日間、無料でお試しください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FFDD"/>
                </a:solidFill>
              </a:rPr>
              <a:t>クレジットカード不要　違約金なし　スタッフ数無制限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651760"/>
            <a:ext cx="7589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274320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B8D"/>
                </a:solidFill>
              </a:rPr>
              <a:t>デモURL（スマホのLINEで開いてください）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246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C755"/>
                </a:solidFill>
              </a:rPr>
              <a:t>https://liff.line.me/2010014245-i7LMCgYl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B8D"/>
                </a:solidFill>
              </a:rPr>
              <a:t>← LINEアプリで開くと実際の画面をご体験いただけます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9"/>
              </a:spcAft>
            </a:pPr>
            <a:r>
              <a:rPr sz="1400" b="0">
                <a:solidFill>
                  <a:srgbClr val="FFFFFF"/>
                </a:solidFill>
              </a:rPr>
              <a:t>📧 お問い合わせ先：（メールアドレスを追記してください）</a:t>
            </a:r>
          </a:p>
          <a:p>
            <a:pPr algn="ctr">
              <a:spcAft>
                <a:spcPts val="139"/>
              </a:spcAft>
            </a:pPr>
            <a:r>
              <a:rPr sz="1400" b="0">
                <a:solidFill>
                  <a:srgbClr val="FFFFFF"/>
                </a:solidFill>
              </a:rPr>
              <a:t>📞 電話番号：（電話番号を追記してください）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FFDD"/>
                </a:solidFill>
              </a:rPr>
              <a:t>ラクラク勤怠　— 派遣スタッフが辞めない現場をLINEで作る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