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社労士事務所への打診メール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1日5-10件送付 → 月5社の紹介ルート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3段階アプローチ戦略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返信率を3倍に上げる流れ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66674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666744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1通目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超短文メール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33009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本文150字以下
10秒で読める
返信率を最大化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1554480"/>
            <a:ext cx="366674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554480"/>
            <a:ext cx="3666744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2通目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詳細PPT送付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14600"/>
            <a:ext cx="33009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提案書(PPT)添付
15分Zoom面談打診
提携の合意取得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1554480"/>
            <a:ext cx="366674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8" y="1554480"/>
            <a:ext cx="366674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3通目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正式提案・契約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514600"/>
            <a:ext cx="33009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業務委託契約締結
紹介開始
継続収入スタート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1通目：超短文打診メール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コピペで使える定型文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件名：派遣会社向けSaaSの紹介パートナーをお願いできませんか？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11521440" cy="3931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247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○○社会保険労務士事務所
○○ ○○ 様
突然のご連絡失礼いたします。ラクラク勤怠の小原健太と申します。
派遣会社向けに「LINEで1タップ打刻＋コンディション報告」が
できるSaaSを開発・運営しております。
派遣業界の社労士の先生方と紹介パートナー契約を進めており、
○○先生にも是非ご検討いただきたくご連絡しました。
【提携の概要】
・初回成約ボーナス ¥10,000
・継続紹介手数料 月額の15〜20%（12ヶ月支払）
・先生の手間は最小限（紹介の一言だけ、商談は弊社が対応）
詳細をご希望でしたら、提案書PDFをお送りいたします。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社労士リストの作り方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全て無料・30分で完成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情報源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使い方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⭐⭐⭐⭐⭐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日本社会保険労務士連合会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shakaihokenroumushi.jp で都道府県別検索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11521440" cy="685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788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Google検索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88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「○○市 社会保険労務士」「派遣業 社労士」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83280"/>
            <a:ext cx="1152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474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⭐⭐⭐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474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商工会議所の会員名簿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474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地域密着型を発見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114800"/>
            <a:ext cx="11521440" cy="22860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9A40"/>
                </a:solidFill>
              </a:rPr>
              <a:t>ターゲット社労士の特徴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11247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・派遣業を顧問先に持っている事務所（即紹介可能）
・製造・物流系企業を顧問先に持つ（派遣会社との取引が多い）
・HPに労務相談を打ち出している（営業に積極的）
・40〜50代の所長（新サービス導入に前向き）
・地方の中堅事務所(社員5〜20名)（大手より話を聞いてくれる）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KPIと1週間の実行プラン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週1〜2件の提携合意ペース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4864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627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目標値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1日送付数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5〜10件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14600"/>
            <a:ext cx="54864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返信率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10〜20%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17520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108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面談実施率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108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20440"/>
            <a:ext cx="54864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611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提携契約率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611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30〜50%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023360"/>
            <a:ext cx="5486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週の提携合意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1〜2件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554480"/>
            <a:ext cx="5760720" cy="48463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1週間の実行例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10312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月 リスト50件作成（1時間）
火朝 10件メール送付（30分）
水朝 10件メール送付（30分）
木朝 10件メール送付（30分）
金朝 10件 + 返信対応（1時間）
翌月 面談調整・実施（1時間×n）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今週10件 メール送付してみる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テンプレはコピペするだけ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