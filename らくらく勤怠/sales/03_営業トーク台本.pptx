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営業トーク台本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派遣会社経営者向けデモ進行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15分デモの基本構成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1回の商談で目指すゴール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68147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2681478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0-2分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アイスブレイク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3157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天気・コロナ後の業況雑談
相手の業種ヒアリング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9806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5838" y="1554480"/>
            <a:ext cx="268147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554480"/>
            <a:ext cx="2681478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5838" y="16002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2-5分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5838" y="19659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課題ヒアリング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8718" y="2514600"/>
            <a:ext cx="23157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現状の勤怠管理方法
離職率・スタッフ数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5604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54480"/>
            <a:ext cx="268147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554480"/>
            <a:ext cx="268147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16002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5-12分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636" y="19659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デモ・提案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2514600"/>
            <a:ext cx="23157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LIFFで実際の打刻
管理画面・コンディション機能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1401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7434" y="1554480"/>
            <a:ext cx="268147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7434" y="1554480"/>
            <a:ext cx="2681478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7434" y="16002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12-15分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7434" y="19659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クロージング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0313" y="2514600"/>
            <a:ext cx="23157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料金提示
無料トライアル提案
次回アクション確定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アイスブレイク・課題ヒアリング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信頼関係構築と痛点発見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5029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オープニング・トーク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「本日はお時間ありがとうございます！
ラクラク勤怠の小原と申します。
派遣業界の勤怠管理について、現状の課題から
順番にヒアリングさせていただきたいのですが、
現在は紙のタイムカードでしょうか、それとも何か
システムをお使いでしょうか？」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ヒアリング必須3項目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 登録スタッフ数（料金見積もりに必要）
2. 現在の勤怠管理方法（紙／他社／なし）
3. 一番困っているのは何か（離職／集計／打刻ミス）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デモパート（7分）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実機を見せて納得感を出す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727704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727704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1. LINE打刻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3619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自分のスマホで
出勤ボタンを押す
GPSも見せる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624" y="1554480"/>
            <a:ext cx="3727704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624" y="1554480"/>
            <a:ext cx="37277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504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2. コンディション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2331720"/>
            <a:ext cx="33619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5段階絵文字を選択
一言コメント入力
送信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1554480"/>
            <a:ext cx="3727704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1208" y="1554480"/>
            <a:ext cx="3727704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3. 管理画面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2331720"/>
            <a:ext cx="33619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PCで管理画面を表示
スタッフ一覧
要フォロー赤色表示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72000"/>
            <a:ext cx="1152144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デモ中の決め台詞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「これ、スタッフ側はLINE開くだけで使えるんです。
コンディション報告は1日数十秒。スコア低下で離職予兆が見えるので、
声かけのタイミングを逃さない。これが他社にない最大の強みです。」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クロージング・料金提示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数字で具体的に示す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ヒアリングした人数で即座に試算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スタッフ数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プラン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0055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月額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4344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年額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8632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1人あたり日額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スタンダード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5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10,000円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120,000円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6.7円/人/日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8892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100名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スタンダード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20,000円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240,000円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6.7円/人/日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29184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200名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スタンダード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0055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40,000円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4344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480,000円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6.7円/人/日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29200"/>
            <a:ext cx="11521440" cy="137160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9A40"/>
                </a:solidFill>
              </a:rPr>
              <a:t>決め台詞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「1人あたり1日たった6.7円で、紙の集計工数削減＋離職予兆の早期発見が手に入ります。
30日間無料でカード登録も不要なので、リスクなく試せます。来週から始めませんか？」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断り文句への切り返し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よくある3パターン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断り文句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切り返しトーク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ポイント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「他社使ってる」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「現在お使いのサービスは？特徴比較資料お送りしましょうか」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切り口にして関係維持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「料金が高い」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「1人/月200円、1日6.7円。離職1人防止で30万円節約」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コスト→投資視点に転換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9184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「持ち帰り検討」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「ご検討中の不安点は？無料トライアルだけでも始めませんか」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次のアクションを必ず取る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「LINEは不安」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「2要素認証・暗号化・監査ログ完備。資料お送りします」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セキュリティ説明資料を活用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57200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「決裁者と相談」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「決裁者向け資料お送りします。私からも一緒に説明可能です」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決裁者直接の場を作る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デモ後 即日にフォロー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メール送信＋トライアル設定支援の打診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