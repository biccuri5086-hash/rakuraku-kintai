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営業実行ロードマップ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4週間で月4〜7社獲得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コスト対効果の高い順で同時並行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施策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開始日数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月額コスト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1顧客獲得コスト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評価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Google広告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30,000円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15,000円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★★★★★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34640"/>
            <a:ext cx="1152144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社労士パートナー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即日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3,000円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926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★★★★★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383280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リスト作成外注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59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3-5日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5,000円(単発)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474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★★★★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31920"/>
            <a:ext cx="1152144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営業代行(成果報酬)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1-2週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15,000円〜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10,000円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0233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★★★★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9A40"/>
                </a:solidFill>
              </a:rPr>
              <a:t>→ 全部仕掛けると4週間後には月4〜7社獲得ペース構築完了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 1：自動集客の仕掛け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種を撒く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2681478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Day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Google広告開始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2時間で設定完了
月3万円で集客開始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806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5838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554480"/>
            <a:ext cx="2681478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5838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Day 3-4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5838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社労士10名打診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8718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短文メールを送付
返信2-3件期待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5604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554480"/>
            <a:ext cx="268147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636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リスト100社発注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クラウドワークス
¥5,000で1週間納品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1401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7434" y="1554480"/>
            <a:ext cx="2681478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7434" y="1554480"/>
            <a:ext cx="2681478" cy="777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7434" y="16002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Day 6-7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7434" y="19659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デモ準備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0313" y="2514600"/>
            <a:ext cx="23157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問合せ・返信対応
資料の最終確認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 2〜4：人力営業の仕組み化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刈り取り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66674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666744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営業代行発注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33009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リスト納品
カクトクに月3アポ依頼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1554480"/>
            <a:ext cx="366674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554480"/>
            <a:ext cx="3666744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デモ実施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14600"/>
            <a:ext cx="33009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Google広告流入
社労士紹介の商談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1554480"/>
            <a:ext cx="366674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8" y="1554480"/>
            <a:ext cx="3666744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成約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514600"/>
            <a:ext cx="33009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トライアル開始
手厚いサポート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月の予算と作業時間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ROIシミュレーション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月コスト ¥50,000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・Google広告 ¥30k
・営業代行 ¥15k〜
・リスト ¥5k(初月)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37160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37160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55448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月作業時間 15〜20h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14884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・広告チューニング 1h
・社労士連絡 2h
・代行レビュー 1h
・デモ実施 5-10h
・サポート 5h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37160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37160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55448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期待成果 月5社獲得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14884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・Google経由 2社
・社労士経由 2社
・営業代行経由 1社
→ MRR ¥100,000+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今日から STEP 1：Google広告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1日で設定完了、明日から問合せが来始める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