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専門家相談 準備メモ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弁護士・社会保険労務士 無料相談 持参用資料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AIによる一次チェックは完了。ここから先の「有資格者に確認すべき論点」をまとめています。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ラクラク勤怠（運営：小原健太）　|　作成日：2026年9月22日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弁護士相談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利用規約・プライバシーポリシーについて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サービス概要と、今日聞きたい背景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ラクラク勤怠とは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派遣会社向けの勤怠・給与計算管理SaaS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契約する相手は法人・個人事業主のみ（BtoB契約。個人消費者との契約は想定していない）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0565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運営体制：小原健太が実質1名で開発・運用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5546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まだ有料契約中の顧客はゼロ。これから販売を始める段階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今日、確認したいこと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06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利用規約・プライバシーポリシーは社内AI（法務担当）が一次チェック済み。ただし資格者ではない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有資格の弁護士の確認は、まだ受けていない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34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今後「買い切り（一括払い）」プランの追加も検討中で、規約の一部を先行して直してある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BtoB限定取引と特定商取引法の関係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35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契約者を法人・個人事業主に限定しているが、特定商取引法に基づく表記ページでは「所在地は消費者からの請求があれば開示」という、個人事業主のBtoC通信販売向けの書き方をしている。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聞きたいこと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契約者を事業者に限定するBtoB専業のSaaSにも、特定商取引法の「通信販売」規制は適用されるか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846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現状の「所在地非開示（請求時開示）」という書き方のままで問題ないか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損害賠償上限の金額設定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35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規約では「当社の故意・重過失を除き、賠償額の上限＝直近3ヶ月分の利用料金」としている。買い切りプランでは「支払った対価の総額」を基準にする改訂案も追加済み（未確認）。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聞きたいこと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この上限条項は法的に有効か（無効・一部無効になるリスクはないか）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846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買い切り／月額でそれぞれの上限の書き方（算定基準）は妥当か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7972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797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75157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1人体制の事業者として、現実的な上限額・書き方の目安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個人情報の委託構成（DPAの要否）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35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※「委託構成」＝ お客様（派遣会社）から預かった個人情報を、法律上どういう位置づけで扱うかということ。現状はプライバシーポリシー上「契約者からの委託」として扱っているが、これを定める契約書（DPA＝データ処理委託契約）は別途存在しない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聞きたいこと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規約・プライバシーポリシーへの同意だけで、この「委託」構成は個人情報保護法上成立するか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303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1846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別途、業務委託契約書やデータ処理委託契約（DPA）を契約者と結ぶべきか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5B6B8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弁護士相談・時間があれば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（時間があれば）免責条項全般の有効性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35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SLA不保証・ベストエフォート条項、解約後30日でのデータ完全削除・復旧不可条項など、免責の条項を複数設けている。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聞きたいこと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17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全体を通して、無効になり得る・裁判で争われやすい条項がないか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今日の相談窓口（無料）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予約制のところが多いので、事前に電話またはWebで予約してから行く。無料枠は時間が限られるので、優先度TOP3から聞く。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459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愛知県弁護士会 名古屋法律相談センター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07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オンライン相談（Web会議「ひまわり」）対応。初回無料枠あり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052-565-6110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2459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あいち労働総合支援フロア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807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弁護士・大学教授等によるオンライン(Webex)相談。無料・予約制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18211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052-589-1405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8313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法テラス（愛知）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78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収入等の条件を満たす場合、無料法律相談が利用できることがある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55371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553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houterasu.or.jp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CADCF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弁護士相談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相談で必ず持ち帰りたいこと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305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03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論点1〜3（時間があれば4）について、意見・回答をメモした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70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「無効になり得る」条項があれば、具体的にどこかを聞いた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644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369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追加で必要な書類・手続き（DPA等）があるかを聞いた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039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次回相談が必要か、必要ならどこに聞けばよいかを聞いた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1｜弁護士相談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社会保険労務士 相談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給与計算・労働者派遣法について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DCEEE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社労士相談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サービス概要と、今日聞きたい背景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DCEE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ラクラク勤怠とは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派遣会社向けの勤怠・給与計算管理SaaS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派遣スタッフはLINEから打刻。管理者が従業員・シフト・給与集計・派遣元管理台帳を管理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0565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運営体制：小原健太が実質1名で開発・運用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今日、確認したいこと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給与計算・派遣法対応のロジックは実装済み。社内AI（労務担当）による一次レビューも完了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520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高リスクだった2件（月60時間超の残業割増、クーリング期間の考慮）は実装で対応済み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434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有資格の社会保険労務士の確認は、まだ受けていない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2｜社労士相談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DCEEE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社労士相談・優先度：高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給与計算の論点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DCEE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法定休日の指定方法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現状の実装：シフトが週次自動判定の場合、「週7日勤務の7日目＝法定休日」と近似計算している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815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聞きたいこと：就業規則上の法定休日・所定休日の指定方法として、この近似が実務上許容されるか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DCEE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週40時間の按分（変形労働時間制）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現状の実装：週40時間超過分を時間外に振り替える計算だが、起算日・変形労働時間制は未考慮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760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聞きたいこと：変形労働時間制を採用する顧客がいる場合の対応要否、起算日の扱い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2｜社労士相談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DCEEE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社労士相談・優先度：高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労働者派遣法の論点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DCEE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管理台帳（法37条）の記載事項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現状の実装：派遣先・組織単位・氏名・業務・期間・抵触日を記録。就業日時・教育訓練・苦情処理・社会保険加入状況等は未対応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815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聞きたいこと：法定記載事項の網羅リストと、追加実装の優先順位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DCEE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抵触日通知の様式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現状の実装：派遣先→派遣元の事業所抵触日通知、本人・派遣先への抵触日明示の帳票は未実装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760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聞きたいこと：通知義務を満たす様式・運用フロー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2｜社労士相談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DCEEE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社労士相談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今日の相談窓口（無料）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一般的な労使トラブル相談が中心の窓口なので、「このコードを見てください」ではなく「割増賃金の計算方法の一般的なルールを確認したい」という制度の一般論として聞くと答えてもらいやすい。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734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愛知県「専門労働相談」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81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県委託の社労士による相談。無料・秘密厳守。オンライン対応あり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45643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県サイトから予約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6060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2734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愛知県社会保険労務士会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081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フリーダイヤルで電話・訪問相談無料（平日9:00〜17:00）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456432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0120-006-802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2｜社労士相談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DCEEE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社労士相談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相談で必ず持ち帰りたいこと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3055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03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法定休日の指定方法についての一般的なルールを確認した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70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管理台帳の必須記載事項リストを確認した／もらった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26440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369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抵触日通知の様式・タイミングを確認した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039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次に相談すべきこと、専門家を紹介してもらえるかを聞いた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2｜社労士相談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ラクラク勤怠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2026-09-22T07:06:04Z</dcterms:created>
  <dcterms:modified xsi:type="dcterms:W3CDTF">2026-09-22T07:06:04Z</dcterms:modified>
</cp:coreProperties>
</file>